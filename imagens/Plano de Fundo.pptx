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" roundtripDataSignature="AMtx7miQmxV7R3DuPuEXVq70Mssf7Mah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customschemas.google.com/relationships/presentationmetadata" Target="metadata"/><Relationship Id="rId11" Type="http://schemas.microsoft.com/office/2016/11/relationships/changesInfo" Target="changesInfos/changesInfo1.xml"/><Relationship Id="rId10" Type="http://schemas.openxmlformats.org/officeDocument/2006/relationships/tableStyles" Target="tableStyles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ias, Thales (Cognizant)" userId="44bac5d4-a647-47ab-8b24-da7d603d0d93" providerId="ADAL" clId="{5471ECC5-5247-41B9-AC90-A0F493F427E0}"/>
    <pc:docChg chg="custSel modSld">
      <pc:chgData name="Farias, Thales (Cognizant)" userId="44bac5d4-a647-47ab-8b24-da7d603d0d93" providerId="ADAL" clId="{5471ECC5-5247-41B9-AC90-A0F493F427E0}" dt="2026-04-15T14:22:46.933" v="0" actId="478"/>
      <pc:docMkLst>
        <pc:docMk/>
      </pc:docMkLst>
      <pc:sldChg chg="delSp mod">
        <pc:chgData name="Farias, Thales (Cognizant)" userId="44bac5d4-a647-47ab-8b24-da7d603d0d93" providerId="ADAL" clId="{5471ECC5-5247-41B9-AC90-A0F493F427E0}" dt="2026-04-15T14:22:46.933" v="0" actId="478"/>
        <pc:sldMkLst>
          <pc:docMk/>
          <pc:sldMk cId="0" sldId="256"/>
        </pc:sldMkLst>
        <pc:picChg chg="del">
          <ac:chgData name="Farias, Thales (Cognizant)" userId="44bac5d4-a647-47ab-8b24-da7d603d0d93" providerId="ADAL" clId="{5471ECC5-5247-41B9-AC90-A0F493F427E0}" dt="2026-04-15T14:22:46.933" v="0" actId="478"/>
          <ac:picMkLst>
            <pc:docMk/>
            <pc:sldMk cId="0" sldId="256"/>
            <ac:picMk id="16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2717"/>
            </a:avLst>
          </a:prstGeom>
          <a:solidFill>
            <a:srgbClr val="0B0A0F"/>
          </a:solidFill>
          <a:ln w="12700" cap="flat" cmpd="sng">
            <a:solidFill>
              <a:srgbClr val="0B0A0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545284" y="100668"/>
            <a:ext cx="11537225" cy="6646361"/>
          </a:xfrm>
          <a:prstGeom prst="roundRect">
            <a:avLst>
              <a:gd name="adj" fmla="val 3334"/>
            </a:avLst>
          </a:prstGeom>
          <a:solidFill>
            <a:srgbClr val="222127"/>
          </a:solidFill>
          <a:ln w="12700" cap="flat" cmpd="sng">
            <a:solidFill>
              <a:srgbClr val="22212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703979" y="681550"/>
            <a:ext cx="1952778" cy="580826"/>
          </a:xfrm>
          <a:prstGeom prst="roundRect">
            <a:avLst>
              <a:gd name="adj" fmla="val 11556"/>
            </a:avLst>
          </a:prstGeom>
          <a:gradFill>
            <a:gsLst>
              <a:gs pos="0">
                <a:srgbClr val="1A191E"/>
              </a:gs>
              <a:gs pos="70000">
                <a:srgbClr val="1A191E"/>
              </a:gs>
              <a:gs pos="100000">
                <a:srgbClr val="F6B857"/>
              </a:gs>
            </a:gsLst>
            <a:lin ang="3600000" scaled="0"/>
          </a:gradFill>
          <a:ln>
            <a:noFill/>
          </a:ln>
          <a:effectLst>
            <a:outerShdw blurRad="50800" dist="38100" dir="8100000" algn="tr" rotWithShape="0">
              <a:srgbClr val="F2F2F2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1A191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2723971" y="681550"/>
            <a:ext cx="1980000" cy="580826"/>
          </a:xfrm>
          <a:prstGeom prst="roundRect">
            <a:avLst>
              <a:gd name="adj" fmla="val 10244"/>
            </a:avLst>
          </a:prstGeom>
          <a:gradFill>
            <a:gsLst>
              <a:gs pos="0">
                <a:srgbClr val="1A191E"/>
              </a:gs>
              <a:gs pos="70000">
                <a:srgbClr val="1A191E"/>
              </a:gs>
              <a:gs pos="100000">
                <a:srgbClr val="5A9C65"/>
              </a:gs>
            </a:gsLst>
            <a:lin ang="3600000" scaled="0"/>
          </a:gradFill>
          <a:ln>
            <a:noFill/>
          </a:ln>
          <a:effectLst>
            <a:outerShdw blurRad="50800" dist="38100" dir="8100000" algn="tr" rotWithShape="0">
              <a:srgbClr val="F2F2F2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790704" y="681550"/>
            <a:ext cx="1980000" cy="580826"/>
          </a:xfrm>
          <a:prstGeom prst="roundRect">
            <a:avLst>
              <a:gd name="adj" fmla="val 10244"/>
            </a:avLst>
          </a:prstGeom>
          <a:gradFill>
            <a:gsLst>
              <a:gs pos="0">
                <a:srgbClr val="1A191E"/>
              </a:gs>
              <a:gs pos="70000">
                <a:srgbClr val="1A191E"/>
              </a:gs>
              <a:gs pos="100000">
                <a:srgbClr val="1F8374"/>
              </a:gs>
            </a:gsLst>
            <a:lin ang="3600000" scaled="0"/>
          </a:gradFill>
          <a:ln>
            <a:noFill/>
          </a:ln>
          <a:effectLst>
            <a:outerShdw blurRad="50800" dist="38100" dir="8100000" algn="tr" rotWithShape="0">
              <a:srgbClr val="F2F2F2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870542" y="681550"/>
            <a:ext cx="1893112" cy="580826"/>
          </a:xfrm>
          <a:prstGeom prst="roundRect">
            <a:avLst>
              <a:gd name="adj" fmla="val 8932"/>
            </a:avLst>
          </a:prstGeom>
          <a:gradFill>
            <a:gsLst>
              <a:gs pos="0">
                <a:srgbClr val="1A191E"/>
              </a:gs>
              <a:gs pos="70000">
                <a:srgbClr val="1A191E"/>
              </a:gs>
              <a:gs pos="100000">
                <a:srgbClr val="1A6570"/>
              </a:gs>
            </a:gsLst>
            <a:lin ang="3600000" scaled="0"/>
          </a:gradFill>
          <a:ln>
            <a:noFill/>
          </a:ln>
          <a:effectLst>
            <a:outerShdw blurRad="50800" dist="38100" dir="8100000" algn="tr" rotWithShape="0">
              <a:srgbClr val="F2F2F2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03979" y="1363045"/>
            <a:ext cx="11298176" cy="3299320"/>
          </a:xfrm>
          <a:prstGeom prst="roundRect">
            <a:avLst>
              <a:gd name="adj" fmla="val 4149"/>
            </a:avLst>
          </a:prstGeom>
          <a:gradFill>
            <a:gsLst>
              <a:gs pos="0">
                <a:srgbClr val="1A191E"/>
              </a:gs>
              <a:gs pos="70000">
                <a:srgbClr val="1A191E"/>
              </a:gs>
              <a:gs pos="100000">
                <a:srgbClr val="1A6570"/>
              </a:gs>
            </a:gsLst>
            <a:lin ang="3600000" scaled="0"/>
          </a:gradFill>
          <a:ln>
            <a:noFill/>
          </a:ln>
          <a:effectLst>
            <a:outerShdw blurRad="50800" dist="38100" dir="8100000" algn="tr" rotWithShape="0">
              <a:srgbClr val="F2F2F2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03979" y="4773336"/>
            <a:ext cx="5567800" cy="1866224"/>
          </a:xfrm>
          <a:prstGeom prst="roundRect">
            <a:avLst>
              <a:gd name="adj" fmla="val 5871"/>
            </a:avLst>
          </a:prstGeom>
          <a:gradFill>
            <a:gsLst>
              <a:gs pos="0">
                <a:srgbClr val="1A191E"/>
              </a:gs>
              <a:gs pos="70000">
                <a:srgbClr val="1A191E"/>
              </a:gs>
              <a:gs pos="100000">
                <a:srgbClr val="1F8374"/>
              </a:gs>
            </a:gsLst>
            <a:lin ang="3600000" scaled="0"/>
          </a:gradFill>
          <a:ln>
            <a:noFill/>
          </a:ln>
          <a:effectLst>
            <a:outerShdw blurRad="50800" dist="38100" dir="8100000" algn="tr" rotWithShape="0">
              <a:srgbClr val="F2F2F2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355863" y="4773335"/>
            <a:ext cx="5646294" cy="1866224"/>
          </a:xfrm>
          <a:prstGeom prst="roundRect">
            <a:avLst>
              <a:gd name="adj" fmla="val 6745"/>
            </a:avLst>
          </a:prstGeom>
          <a:gradFill>
            <a:gsLst>
              <a:gs pos="0">
                <a:srgbClr val="1A191E"/>
              </a:gs>
              <a:gs pos="70000">
                <a:srgbClr val="1A191E"/>
              </a:gs>
              <a:gs pos="100000">
                <a:srgbClr val="5A9C65"/>
              </a:gs>
            </a:gsLst>
            <a:lin ang="3600000" scaled="0"/>
          </a:gradFill>
          <a:ln>
            <a:noFill/>
          </a:ln>
          <a:effectLst>
            <a:outerShdw blurRad="50800" dist="38100" dir="8100000" algn="tr" rotWithShape="0">
              <a:srgbClr val="F2F2F2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3268998" y="9398"/>
            <a:ext cx="6233193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pt-BR"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DASHBOARD DE PRODUÇÃO</a:t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8851311" y="681550"/>
            <a:ext cx="1569054" cy="580826"/>
          </a:xfrm>
          <a:prstGeom prst="roundRect">
            <a:avLst>
              <a:gd name="adj" fmla="val 8932"/>
            </a:avLst>
          </a:prstGeom>
          <a:solidFill>
            <a:srgbClr val="1A191E"/>
          </a:solidFill>
          <a:ln>
            <a:noFill/>
          </a:ln>
          <a:effectLst>
            <a:outerShdw blurRad="50800" dist="38100" dir="8100000" algn="tr" rotWithShape="0">
              <a:srgbClr val="F2F2F2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0500719" y="681550"/>
            <a:ext cx="1501436" cy="580826"/>
          </a:xfrm>
          <a:prstGeom prst="roundRect">
            <a:avLst>
              <a:gd name="adj" fmla="val 8932"/>
            </a:avLst>
          </a:prstGeom>
          <a:solidFill>
            <a:srgbClr val="1A191E"/>
          </a:solidFill>
          <a:ln>
            <a:noFill/>
          </a:ln>
          <a:effectLst>
            <a:outerShdw blurRad="50800" dist="38100" dir="8100000" algn="tr" rotWithShape="0">
              <a:srgbClr val="F2F2F2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Tema do 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Alon Pinheiro</dc:creator>
  <cp:lastModifiedBy>Farias, Thales (Cognizant)</cp:lastModifiedBy>
  <cp:revision>1</cp:revision>
  <dcterms:created xsi:type="dcterms:W3CDTF">2021-09-28T22:09:29Z</dcterms:created>
  <dcterms:modified xsi:type="dcterms:W3CDTF">2026-04-15T14:22:49Z</dcterms:modified>
</cp:coreProperties>
</file>